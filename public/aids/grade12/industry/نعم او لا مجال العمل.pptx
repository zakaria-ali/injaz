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01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1282" y="2228671"/>
            <a:ext cx="82614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لا تحتاج شبكات مجال العمل الى وجود جهاز مركزي (خادم)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61674" y="2286000"/>
            <a:ext cx="402065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كل متحكم ميدان هو خادم 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460812"/>
            <a:ext cx="90749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لا يوجد حاجة لتثبيت خدمه الدليل النشط لإنشاء مجال العمل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853" y="2286000"/>
            <a:ext cx="89262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من فوائد خدمه الدليل النشط تسهيل الوصول لموارد الشبكة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024" y="2335237"/>
            <a:ext cx="88739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الشجرة عبارة عن مجموعه من الغابات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4009" y="2248714"/>
            <a:ext cx="8518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تتمثل موارد الشبكة في الطابعات و المجلدات والملفات</a:t>
            </a:r>
            <a:endParaRPr lang="ar-SA"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3990" y="2286000"/>
            <a:ext cx="817349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يجب ان يتوفر في متحكم المجال خدمه الدليل النشط فقط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2286000"/>
            <a:ext cx="82296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يفصل بين اسماء المجالات ب .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9762" y="2564896"/>
            <a:ext cx="862447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ar-SA" sz="3600" b="1" dirty="0"/>
              <a:t>يسمح باستخدام رموز مختلفة في اسماء المجالات مثل &amp;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828800" y="4572000"/>
            <a:ext cx="18288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نعم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4572000"/>
            <a:ext cx="18288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لا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93</Words>
  <Application>Microsoft Office PowerPoint</Application>
  <PresentationFormat>عرض على الشاشة (4:3)</PresentationFormat>
  <Paragraphs>27</Paragraphs>
  <Slides>9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2026-01-28T08:10:48Z</dcterms:modified>
  <cp:category/>
</cp:coreProperties>
</file>