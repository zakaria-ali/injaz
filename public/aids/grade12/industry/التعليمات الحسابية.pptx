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BD27-BD83-8C0C-22AE-799C342DB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100BC-AC3F-4502-BFB4-7670D5C5A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A19C-D02D-3B8A-20AF-EB1ADD53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DB94E-3975-695A-1752-52A9B874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35822-15E1-69E3-6E17-47629E8C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62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4804-B3DB-8346-6A48-0C1057B4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FE514-94C4-435D-D881-A2442879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6BAF5-5A79-5098-8C39-C75CEA5E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A925-2690-74B1-C702-CE4F8B55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568C-1413-9791-FEEF-AE0C5126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056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FA04-AAA0-C236-D72D-52596755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77088-E5D4-7149-2BA8-4E497A349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E67A9-94AB-1CB3-FDE7-6904CFC0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FC01C-7723-6852-1B8A-FEA94D83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3D52-C345-2C91-7C91-C0CCEDA9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737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6590-8213-B507-1236-AD79C1EA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4A09A-32B9-8286-E713-0D6AD7DE4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86365-9624-1CDE-1A76-A2C3CD3CE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6E72D-BFAE-58E8-BB2C-BCE05350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99A7B-6F95-2BC9-0A11-B3A0E4C1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93EE4-B055-82E2-9C5C-83A174CC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38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D1CA-CF41-23F2-DA05-96EDE607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A14DB-C400-FA63-1220-FAF6CFB5A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C6799-4035-427A-1413-914065853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948AD-D2A7-57A7-9990-070FDE21B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9CABF-575F-45EE-7BC5-3335FBE15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44510-CFC3-8A21-4443-3B25DC70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1AD4D-7B8E-FD49-4660-3BA8EA2C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68192-F4BB-04DA-5587-B57641F85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165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F811-5455-E3C2-0ABD-60D722A7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64E82-599E-6E86-1A00-C8A9E4EF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758DA-94CE-A4A4-8A60-037B2025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4C420-D16E-3A4B-5DA4-4A65AB84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140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F8012-D004-2841-0179-A78C7AD0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6CAE5-8017-01B6-3C56-13E4A46B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CB92-0155-1E53-B516-BA517D0F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343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8DAC-23E4-2EDE-4920-85FC4538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2C10-34E0-0524-95FD-3DFF5388D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61618-BC8D-71B9-E7EB-4AE4B257B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3221A-C616-8530-02D8-7FA086E5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288BE-3EBA-799E-EDCA-EF429AE0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D4D72-45D9-060B-DFBB-450558FF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38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321E-91BB-A466-D12E-90197571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09906-3B77-E0CF-507D-78FE468FA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075B0-B153-DB62-AF14-975501E49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25C4C-1C70-3CB3-33D1-6C37AC95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2F0B7-B9D5-F730-FCB3-E686573F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7F785-0B97-7A91-8485-075665B0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199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AE90-27A4-F39B-A947-5B4AD68E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D04D1-AF4C-9C51-599C-78E4F53E5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99665-6B44-8E74-F0A9-B1FB5179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7B4AE-E629-2420-B692-4A851924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2509A-4799-A838-3F07-6D2C3399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44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521C7D-5CA5-9A25-D816-BE4F8E9B1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EFB50-9C6D-EB57-983F-819BD5526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3454D-DE28-9A64-467E-26809777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2A4DA-A5B1-5E64-7766-CD540E0E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16921-5F16-7077-F004-4ED02152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827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D1546-221B-AE38-5EB4-F7D2E437D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4BE6D-E896-6525-4E4C-0F8096188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8E9DA-E97D-B59A-2AB5-A2D36D8FF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3A055-9CAB-4797-BDD9-F0F699C50F8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8390D-6A39-AD61-91EE-96508D6F4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AC34E-F8DC-5811-01D5-270F206AD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47CD2-0061-4F9F-84BB-F3972A5DB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1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0F7B-23C0-1CC3-AD7D-70D5E68D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718" y="2062162"/>
            <a:ext cx="10170459" cy="2387600"/>
          </a:xfrm>
        </p:spPr>
        <p:txBody>
          <a:bodyPr>
            <a:normAutofit/>
          </a:bodyPr>
          <a:lstStyle/>
          <a:p>
            <a:r>
              <a:rPr lang="ar-SA" sz="4800" dirty="0"/>
              <a:t>تعتبر الجملة التاليه صحيحة في لغة اسمبلي:</a:t>
            </a:r>
            <a:r>
              <a:rPr lang="en-US" sz="4800" dirty="0"/>
              <a:t> </a:t>
            </a:r>
            <a:br>
              <a:rPr lang="en-US" sz="4800" dirty="0"/>
            </a:br>
            <a:r>
              <a:rPr lang="en-US" sz="4800" dirty="0"/>
              <a:t>ADD AX,DH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60DF6-4038-1170-0F0C-126AD6B8B6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474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1562-5399-AAF2-DD8F-FA6EB548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494" y="2863274"/>
            <a:ext cx="10923494" cy="1325563"/>
          </a:xfrm>
        </p:spPr>
        <p:txBody>
          <a:bodyPr>
            <a:normAutofit/>
          </a:bodyPr>
          <a:lstStyle/>
          <a:p>
            <a:r>
              <a:rPr lang="ar-SA" sz="3600" dirty="0"/>
              <a:t>الناتج الذي يخزن في الذاكرة بعد جمع العددين   و  هو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EBF2D-B685-B429-9AE9-8AA19E27D08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6176962"/>
            <a:ext cx="3666565" cy="116261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ED9A6-A8B4-02C8-BA15-303C25B19700}"/>
              </a:ext>
            </a:extLst>
          </p:cNvPr>
          <p:cNvSpPr txBox="1"/>
          <p:nvPr/>
        </p:nvSpPr>
        <p:spPr>
          <a:xfrm>
            <a:off x="2994212" y="3105834"/>
            <a:ext cx="62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  <a:ea typeface="+mj-ea"/>
                <a:cs typeface="+mj-cs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56F6F-2723-8228-7301-5D4E955E56B4}"/>
              </a:ext>
            </a:extLst>
          </p:cNvPr>
          <p:cNvSpPr txBox="1"/>
          <p:nvPr/>
        </p:nvSpPr>
        <p:spPr>
          <a:xfrm>
            <a:off x="1933014" y="3202888"/>
            <a:ext cx="1476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  <a:ea typeface="+mj-ea"/>
                <a:cs typeface="+mj-cs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EEF82-C8C6-EDB5-B61F-CFF7C1BC4008}"/>
              </a:ext>
            </a:extLst>
          </p:cNvPr>
          <p:cNvSpPr txBox="1"/>
          <p:nvPr/>
        </p:nvSpPr>
        <p:spPr>
          <a:xfrm>
            <a:off x="3439086" y="3202889"/>
            <a:ext cx="70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  <a:ea typeface="+mj-ea"/>
                <a:cs typeface="+mj-c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506149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1747-1647-E402-8296-8D16FDBF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342" y="2124401"/>
            <a:ext cx="6450106" cy="2622410"/>
          </a:xfrm>
        </p:spPr>
        <p:txBody>
          <a:bodyPr>
            <a:noAutofit/>
          </a:bodyPr>
          <a:lstStyle/>
          <a:p>
            <a:r>
              <a:rPr lang="en-US" sz="3600" dirty="0"/>
              <a:t>-2</a:t>
            </a:r>
            <a:r>
              <a:rPr lang="ar-SA" sz="3600" dirty="0"/>
              <a:t>ناتج طرح الكود التالي هو</a:t>
            </a:r>
            <a:br>
              <a:rPr lang="ar-SA" sz="3600" dirty="0"/>
            </a:br>
            <a:r>
              <a:rPr lang="en-US" sz="3600" dirty="0"/>
              <a:t>MOV AL,7</a:t>
            </a:r>
            <a:br>
              <a:rPr lang="en-US" sz="3600" dirty="0"/>
            </a:br>
            <a:r>
              <a:rPr lang="en-US" sz="3600" dirty="0"/>
              <a:t>MOV BL,5</a:t>
            </a:r>
            <a:br>
              <a:rPr lang="en-US" sz="3600" dirty="0"/>
            </a:br>
            <a:r>
              <a:rPr lang="en-US" sz="3600" dirty="0"/>
              <a:t>SUB BL,AL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5FF6F-EC72-DD72-4EC1-97DF768F2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6811"/>
            <a:ext cx="2940424" cy="143015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886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FB56-0726-600F-8179-B1CE1841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659" y="2766218"/>
            <a:ext cx="10515600" cy="1325563"/>
          </a:xfrm>
        </p:spPr>
        <p:txBody>
          <a:bodyPr/>
          <a:lstStyle/>
          <a:p>
            <a:r>
              <a:rPr lang="en-US" dirty="0"/>
              <a:t>ADD AL,1 == INC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9EAF-6750-8968-5D26-FE8FE444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4423"/>
            <a:ext cx="2214282" cy="171253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610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6F1B-2390-7E84-9B80-801D152AF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318" y="2766218"/>
            <a:ext cx="10515600" cy="1325563"/>
          </a:xfrm>
        </p:spPr>
        <p:txBody>
          <a:bodyPr/>
          <a:lstStyle/>
          <a:p>
            <a:r>
              <a:rPr lang="ar-SA" dirty="0"/>
              <a:t>يعتبر الكود التالي خطأ</a:t>
            </a:r>
            <a:br>
              <a:rPr lang="ar-SA" dirty="0"/>
            </a:br>
            <a:r>
              <a:rPr lang="en-US" dirty="0"/>
              <a:t>DEC CL,AL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9FE29-7207-3EB8-61A2-B8656642B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3671"/>
            <a:ext cx="2026024" cy="101329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5173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AAB8-9DDB-2B56-76F7-324D7C79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224" y="2766216"/>
            <a:ext cx="10515600" cy="1325563"/>
          </a:xfrm>
        </p:spPr>
        <p:txBody>
          <a:bodyPr>
            <a:normAutofit/>
          </a:bodyPr>
          <a:lstStyle/>
          <a:p>
            <a:r>
              <a:rPr lang="ar-SA" sz="4000" dirty="0"/>
              <a:t>لايجاد المتممة الثانية لعدد معين نستخدم التعليمه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E6BC-6E9B-1003-D000-0D3ED8227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259" y="3279493"/>
            <a:ext cx="2012576" cy="487269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DEC</a:t>
            </a:r>
          </a:p>
        </p:txBody>
      </p:sp>
    </p:spTree>
    <p:extLst>
      <p:ext uri="{BB962C8B-B14F-4D97-AF65-F5344CB8AC3E}">
        <p14:creationId xmlns:p14="http://schemas.microsoft.com/office/powerpoint/2010/main" val="36409218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36E9-3B77-A21B-B89C-85A0A2FD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307" y="3041090"/>
            <a:ext cx="11842376" cy="1325563"/>
          </a:xfrm>
        </p:spPr>
        <p:txBody>
          <a:bodyPr>
            <a:normAutofit/>
          </a:bodyPr>
          <a:lstStyle/>
          <a:p>
            <a:r>
              <a:rPr lang="ar-SA" sz="3600" dirty="0"/>
              <a:t>تقوم تعليمه المقارنه بطرح العددين ثم تخزين الناتج في المسجل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EB7C9-0476-634C-F68A-9122C490B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50223"/>
            <a:ext cx="2079812" cy="102673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649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3CEB-8DE8-C933-4B20-5C228069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812" y="29469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ar-SA" dirty="0"/>
              <a:t>تعتبر التعليمه التاليه صحيحه:</a:t>
            </a:r>
            <a:br>
              <a:rPr lang="ar-SA" dirty="0"/>
            </a:br>
            <a:r>
              <a:rPr lang="en-US" dirty="0"/>
              <a:t>MOV AL,1</a:t>
            </a:r>
            <a:br>
              <a:rPr lang="en-US" dirty="0"/>
            </a:br>
            <a:r>
              <a:rPr lang="en-US" dirty="0"/>
              <a:t>ADD AL,1</a:t>
            </a:r>
            <a:br>
              <a:rPr lang="en-US" dirty="0"/>
            </a:br>
            <a:r>
              <a:rPr lang="en-US" dirty="0"/>
              <a:t>MOV BL,2</a:t>
            </a:r>
            <a:br>
              <a:rPr lang="en-US" dirty="0"/>
            </a:br>
            <a:r>
              <a:rPr lang="en-US" dirty="0"/>
              <a:t>MUL BL,AL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8096-05ED-D164-EA9A-21B774065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5681"/>
            <a:ext cx="2617694" cy="381281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417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AD62-1F8F-CF45-DDC0-8B0B4556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422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AH</a:t>
            </a:r>
            <a:r>
              <a:rPr lang="ar-SA" sz="4000" dirty="0"/>
              <a:t>ناتج تخزين عملية قسمه 8 بت (1بايت) في المسجل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715F4-253B-E328-CFD9-EB3C972DC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98893"/>
            <a:ext cx="2604247" cy="157806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566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9EA8-4719-F006-C4A3-441548BF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836" y="3190594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4*4</a:t>
            </a:r>
            <a:r>
              <a:rPr lang="ar-SA" sz="3600" dirty="0"/>
              <a:t>يعتبر الكود التالي صحيح لتنفيذ هذه المعادله: </a:t>
            </a:r>
            <a:br>
              <a:rPr lang="ar-SA" sz="3600" dirty="0"/>
            </a:br>
            <a:r>
              <a:rPr lang="en-US" sz="3600" dirty="0"/>
              <a:t>MOV AL,4</a:t>
            </a:r>
            <a:br>
              <a:rPr lang="en-US" sz="3600" dirty="0"/>
            </a:br>
            <a:r>
              <a:rPr lang="en-US" sz="3600" dirty="0"/>
              <a:t>MUL 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BEC2-397F-3B99-0626-B4076363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8447"/>
            <a:ext cx="1380565" cy="448516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1751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136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تعتبر الجملة التاليه صحيحة في لغة اسمبلي:  ADD AX,DH</vt:lpstr>
      <vt:lpstr>الناتج الذي يخزن في الذاكرة بعد جمع العددين   و  هو</vt:lpstr>
      <vt:lpstr>-2ناتج طرح الكود التالي هو MOV AL,7 MOV BL,5 SUB BL,AL</vt:lpstr>
      <vt:lpstr>ADD AL,1 == INC 1</vt:lpstr>
      <vt:lpstr>يعتبر الكود التالي خطأ DEC CL,AL</vt:lpstr>
      <vt:lpstr>لايجاد المتممة الثانية لعدد معين نستخدم التعليمه </vt:lpstr>
      <vt:lpstr>تقوم تعليمه المقارنه بطرح العددين ثم تخزين الناتج في المسجل</vt:lpstr>
      <vt:lpstr>تعتبر التعليمه التاليه صحيحه: MOV AL,1 ADD AL,1 MOV BL,2 MUL BL,AL</vt:lpstr>
      <vt:lpstr>AHناتج تخزين عملية قسمه 8 بت (1بايت) في المسجل </vt:lpstr>
      <vt:lpstr>4*4يعتبر الكود التالي صحيح لتنفيذ هذه المعادله:  MOV AL,4 MUL 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Eng.Zakaria Wildali</dc:creator>
  <cp:lastModifiedBy>Eng.Zakaria Wildali</cp:lastModifiedBy>
  <cp:revision>1</cp:revision>
  <dcterms:created xsi:type="dcterms:W3CDTF">2025-10-13T19:32:07Z</dcterms:created>
  <dcterms:modified xsi:type="dcterms:W3CDTF">2025-10-13T19:56:35Z</dcterms:modified>
</cp:coreProperties>
</file>