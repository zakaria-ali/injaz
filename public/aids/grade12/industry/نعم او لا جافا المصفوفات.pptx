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3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1282" y="2228671"/>
            <a:ext cx="82614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المصفوفة في جافا يمكنها تخزين عدة قيم من نفس النوع في متغير واحد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6066" y="2286000"/>
            <a:ext cx="659186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يبدأ الفهرس </a:t>
            </a:r>
            <a:r>
              <a:rPr lang="en-US" sz="3600" b="1" dirty="0"/>
              <a:t> </a:t>
            </a:r>
            <a:r>
              <a:rPr lang="ar-SA" sz="3600" b="1" dirty="0"/>
              <a:t>في مصفوفات جافا من الصفر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60812"/>
            <a:ext cx="90749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 </a:t>
            </a:r>
            <a:r>
              <a:rPr lang="en-US" sz="3600" b="1" dirty="0"/>
              <a:t>length </a:t>
            </a:r>
            <a:r>
              <a:rPr lang="ar-SA" sz="3600" b="1" dirty="0"/>
              <a:t>يمكن معرفة طول المصفوفة باستخدام الخاصية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53" y="2286000"/>
            <a:ext cx="89262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عند إنشاء مصفوفة أعداد جديدة دون تحديد قيم، فإن قيمها البدائية تكون صفر تلقائياً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5024" y="2335237"/>
            <a:ext cx="88739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يمكن الوصول إلى أي عنصر في المصفوفة باستخدام اسمه متبوعاً بالفهرس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4009" y="2248714"/>
            <a:ext cx="8518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يمكن تغيير حجم المصفوفة بعد إنشائها</a:t>
            </a:r>
            <a:endParaRPr lang="ar-SA"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3990" y="2286000"/>
            <a:ext cx="81734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يمكن أن تحتوي المصفوفة الواحدة في جافا على أنواع مختلفة من البيانات معًا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2286000"/>
            <a:ext cx="82296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الوصول لعنصر خارج حدود المصفوفة لا يسبب خطأ في جافا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5854" y="2564896"/>
            <a:ext cx="767229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يمكن طباعة المصفوفة مباشرة بكتابة اسمها فقط 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506BDE-A987-9630-12E4-0F8FCD9E5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C06299-7A67-5251-A67F-78F7776EE7C5}"/>
              </a:ext>
            </a:extLst>
          </p:cNvPr>
          <p:cNvSpPr txBox="1"/>
          <p:nvPr/>
        </p:nvSpPr>
        <p:spPr>
          <a:xfrm>
            <a:off x="1142977" y="2286000"/>
            <a:ext cx="6858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المصفوفة في جافا يمكنها تخزين الأعداد فقط ولا يمكنها تخزين نصوص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0EAC64-45C6-603B-CA10-F1A7F2DED130}"/>
              </a:ext>
            </a:extLst>
          </p:cNvPr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69C31E-774A-240C-C1C0-E061183DAE6B}"/>
              </a:ext>
            </a:extLst>
          </p:cNvPr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  <p:extLst>
      <p:ext uri="{BB962C8B-B14F-4D97-AF65-F5344CB8AC3E}">
        <p14:creationId xmlns:p14="http://schemas.microsoft.com/office/powerpoint/2010/main" val="3342956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121</Words>
  <Application>Microsoft Office PowerPoint</Application>
  <PresentationFormat>On-screen Show (4:3)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زكريا ولد علي</cp:lastModifiedBy>
  <cp:revision>4</cp:revision>
  <dcterms:created xsi:type="dcterms:W3CDTF">2013-01-27T09:14:16Z</dcterms:created>
  <dcterms:modified xsi:type="dcterms:W3CDTF">2025-12-08T17:07:35Z</dcterms:modified>
  <cp:category/>
</cp:coreProperties>
</file>