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282" y="2228671"/>
            <a:ext cx="82614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تعمل خدمة        على ترجمة أسماء الأجهزة والمواقع إلى عناوين    </a:t>
            </a:r>
            <a:r>
              <a:rPr lang="en-US" sz="3600" b="1" dirty="0"/>
              <a:t>؟</a:t>
            </a:r>
            <a:br>
              <a:rPr lang="en-US" sz="3600" b="1" dirty="0"/>
            </a:b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24210-508F-7DF7-41D2-BE104B6DE605}"/>
              </a:ext>
            </a:extLst>
          </p:cNvPr>
          <p:cNvSpPr txBox="1"/>
          <p:nvPr/>
        </p:nvSpPr>
        <p:spPr>
          <a:xfrm>
            <a:off x="107577" y="2789872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IP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2BC51-13C1-694F-A4BC-92FDEFF8038B}"/>
              </a:ext>
            </a:extLst>
          </p:cNvPr>
          <p:cNvSpPr txBox="1"/>
          <p:nvPr/>
        </p:nvSpPr>
        <p:spPr>
          <a:xfrm>
            <a:off x="2423718" y="2243078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3140" y="2228671"/>
            <a:ext cx="7327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للمستخدم الوصول إلى المواقع على الشبكة دون وجود خادم         </a:t>
            </a:r>
            <a:r>
              <a:rPr lang="en-US" sz="3600" b="1" dirty="0"/>
              <a:t>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C63C5-1E19-0D0F-0E3A-9B546243FF91}"/>
              </a:ext>
            </a:extLst>
          </p:cNvPr>
          <p:cNvSpPr txBox="1"/>
          <p:nvPr/>
        </p:nvSpPr>
        <p:spPr>
          <a:xfrm>
            <a:off x="457201" y="2782669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2659" y="2460812"/>
            <a:ext cx="7503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يشبه        عمل دليل الهاتف في طريقة البحث عن الأسماء؟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D97FB-F78E-8DC9-5948-458F04D177F5}"/>
              </a:ext>
            </a:extLst>
          </p:cNvPr>
          <p:cNvSpPr txBox="1"/>
          <p:nvPr/>
        </p:nvSpPr>
        <p:spPr>
          <a:xfrm>
            <a:off x="3657600" y="2460812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53" y="2554941"/>
            <a:ext cx="89262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المستوى الجذري هو أدنى مستوى في البنية الهرمية لـ </a:t>
            </a:r>
            <a:r>
              <a:rPr lang="en-US" sz="3600" b="1" dirty="0"/>
              <a:t>DNS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24" y="2335237"/>
            <a:ext cx="8873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يقوم خادم            بإنشاء قاعدة بيانات تربط أسماء الأجهزة بعناوينها داخل المجال؟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6F2CD-BBB2-E058-BC68-FE5D13415DC5}"/>
              </a:ext>
            </a:extLst>
          </p:cNvPr>
          <p:cNvSpPr txBox="1"/>
          <p:nvPr/>
        </p:nvSpPr>
        <p:spPr>
          <a:xfrm>
            <a:off x="2883612" y="2335237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009" y="2248714"/>
            <a:ext cx="8518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منطقة التفتيش الثانوية هي المنطقة التي يتم التعديل عليها مباشرة؟</a:t>
            </a:r>
            <a:endParaRPr lang="ar-SA"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3990" y="2286000"/>
            <a:ext cx="817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تعتمد خدمة         على بنية هرمية في نظام التسمية؟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3B409-80E8-992F-AA32-F9FE65499407}"/>
              </a:ext>
            </a:extLst>
          </p:cNvPr>
          <p:cNvSpPr txBox="1"/>
          <p:nvPr/>
        </p:nvSpPr>
        <p:spPr>
          <a:xfrm>
            <a:off x="2318836" y="2286000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يرمز الاختصار            الى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FB803-67DB-2CE9-D6EB-1BD6AA22F904}"/>
              </a:ext>
            </a:extLst>
          </p:cNvPr>
          <p:cNvSpPr txBox="1"/>
          <p:nvPr/>
        </p:nvSpPr>
        <p:spPr>
          <a:xfrm>
            <a:off x="594918" y="2285999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FDE24-CCC9-393B-8A3E-AFF955554AF0}"/>
              </a:ext>
            </a:extLst>
          </p:cNvPr>
          <p:cNvSpPr txBox="1"/>
          <p:nvPr/>
        </p:nvSpPr>
        <p:spPr>
          <a:xfrm>
            <a:off x="1395472" y="3105833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Digital Network System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752" y="2564896"/>
            <a:ext cx="8431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                                        مسؤولة عن تحويل الأسماء إلى عناوين         </a:t>
            </a:r>
            <a:r>
              <a:rPr lang="en-US" sz="3600" b="1" dirty="0"/>
              <a:t>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66E59-98F6-5E94-3BC0-C20D419D6558}"/>
              </a:ext>
            </a:extLst>
          </p:cNvPr>
          <p:cNvSpPr txBox="1"/>
          <p:nvPr/>
        </p:nvSpPr>
        <p:spPr>
          <a:xfrm>
            <a:off x="-222105" y="3100670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IP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811D7-7F3C-FFE3-4C4B-9D082F6DC711}"/>
              </a:ext>
            </a:extLst>
          </p:cNvPr>
          <p:cNvSpPr txBox="1"/>
          <p:nvPr/>
        </p:nvSpPr>
        <p:spPr>
          <a:xfrm>
            <a:off x="2287765" y="2527860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Forward Lookup Zone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A715F-E6E2-F8DC-A3B7-BC975551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B3FA7-D799-DF99-5290-9E1E4E86AC9D}"/>
              </a:ext>
            </a:extLst>
          </p:cNvPr>
          <p:cNvSpPr txBox="1"/>
          <p:nvPr/>
        </p:nvSpPr>
        <p:spPr>
          <a:xfrm>
            <a:off x="443752" y="2578343"/>
            <a:ext cx="8431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لمحطة العمل الانضمام إلى المجال بدون تحديد عنوان خادم</a:t>
            </a:r>
            <a:r>
              <a:rPr lang="en-US" sz="3600" b="1" dirty="0"/>
              <a:t>            ؟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2EDC3-269E-A6FE-7454-B497340DF224}"/>
              </a:ext>
            </a:extLst>
          </p:cNvPr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B9EFFA-5560-2C00-3B9E-8ADEA3088E29}"/>
              </a:ext>
            </a:extLst>
          </p:cNvPr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BD089-5F67-6FA4-6B85-A4AD5EBD4520}"/>
              </a:ext>
            </a:extLst>
          </p:cNvPr>
          <p:cNvSpPr txBox="1"/>
          <p:nvPr/>
        </p:nvSpPr>
        <p:spPr>
          <a:xfrm>
            <a:off x="889271" y="3132341"/>
            <a:ext cx="612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b="1" dirty="0"/>
              <a:t>DNS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451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140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زكريا ولد علي</cp:lastModifiedBy>
  <cp:revision>6</cp:revision>
  <dcterms:created xsi:type="dcterms:W3CDTF">2013-01-27T09:14:16Z</dcterms:created>
  <dcterms:modified xsi:type="dcterms:W3CDTF">2026-02-02T19:21:36Z</dcterms:modified>
  <cp:category/>
</cp:coreProperties>
</file>