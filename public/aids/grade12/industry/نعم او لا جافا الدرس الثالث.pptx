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282" y="2228671"/>
            <a:ext cx="82614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تُستخدم الدوال في لغة جافا لتجميع مجموعة من الأوامر في مكان واحد؟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1464" y="2286000"/>
            <a:ext cx="766107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يمكن استدعاء الدالة أكثر من مرة بعد تعريفها؟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358" y="2286000"/>
            <a:ext cx="8629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كلمة          تُستخدم عندما لا تُرجع الدالة أي قيمة؟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DD3AF-9AAA-DB87-C28F-3440323EF1AE}"/>
              </a:ext>
            </a:extLst>
          </p:cNvPr>
          <p:cNvSpPr txBox="1"/>
          <p:nvPr/>
        </p:nvSpPr>
        <p:spPr>
          <a:xfrm>
            <a:off x="6252882" y="228599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66"/>
                </a:solidFill>
                <a:latin typeface="Arial"/>
              </a:rPr>
              <a:t>void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53" y="2286000"/>
            <a:ext cx="89262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لا يمكن أن تحتوي الدالة على معاملات يتم تمريرها أثناء الاستدعاء؟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024" y="2335237"/>
            <a:ext cx="8873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يمكن استدعاء دالة من صنف آخر في جافا باستخدام النقطة بين اسم الصنف واسم الدالة؟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009" y="2248714"/>
            <a:ext cx="85189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يمكن أن تكون الدالة في جافا من نوع يُرجع قيمة </a:t>
            </a:r>
            <a:r>
              <a:rPr lang="en-US" sz="3600" b="1" dirty="0"/>
              <a:t>int </a:t>
            </a:r>
            <a:r>
              <a:rPr lang="ar-SA" sz="3600" b="1" dirty="0"/>
              <a:t> أو </a:t>
            </a:r>
            <a:r>
              <a:rPr lang="en-US" sz="3600" b="1" dirty="0"/>
              <a:t>double</a:t>
            </a:r>
            <a:endParaRPr lang="ar-SA"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3990" y="2286000"/>
            <a:ext cx="81734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جميع الدوال في جافا يجب أن تُعيد قيمة عند تنفيذها؟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286000"/>
            <a:ext cx="82296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من الممكن تعريف دالة لا تأخذ معاملات ولا تعيد قيمة؟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75" y="2512854"/>
            <a:ext cx="63017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تُستخدم لإيجاد الجذر التربيعي لعدد معين؟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A3946-4957-7C31-565A-4C73BC9C3933}"/>
              </a:ext>
            </a:extLst>
          </p:cNvPr>
          <p:cNvSpPr txBox="1"/>
          <p:nvPr/>
        </p:nvSpPr>
        <p:spPr>
          <a:xfrm>
            <a:off x="6400800" y="2472513"/>
            <a:ext cx="5042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3366"/>
                </a:solidFill>
                <a:latin typeface="Arial"/>
              </a:rPr>
              <a:t>Math.sqrt</a:t>
            </a:r>
            <a:r>
              <a:rPr lang="en-US" sz="3600" b="1" dirty="0">
                <a:solidFill>
                  <a:srgbClr val="003366"/>
                </a:solidFill>
                <a:latin typeface="Arial"/>
              </a:rPr>
              <a:t>()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06BDE-A987-9630-12E4-0F8FCD9E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C06299-7A67-5251-A67F-78F7776EE7C5}"/>
              </a:ext>
            </a:extLst>
          </p:cNvPr>
          <p:cNvSpPr txBox="1"/>
          <p:nvPr/>
        </p:nvSpPr>
        <p:spPr>
          <a:xfrm>
            <a:off x="1922883" y="2286000"/>
            <a:ext cx="6858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هل الدالة                     </a:t>
            </a:r>
          </a:p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        تُعيد نتيجة رفع العدد    للأس    </a:t>
            </a:r>
            <a:r>
              <a:rPr lang="en-US" sz="3600" b="1" dirty="0"/>
              <a:t>؟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0EAC64-45C6-603B-CA10-F1A7F2DED130}"/>
              </a:ext>
            </a:extLst>
          </p:cNvPr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69C31E-774A-240C-C1C0-E061183DAE6B}"/>
              </a:ext>
            </a:extLst>
          </p:cNvPr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DDBAAB-3946-FCC9-FFED-89ED04D4A79B}"/>
              </a:ext>
            </a:extLst>
          </p:cNvPr>
          <p:cNvSpPr txBox="1"/>
          <p:nvPr/>
        </p:nvSpPr>
        <p:spPr>
          <a:xfrm>
            <a:off x="2286000" y="223809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3366"/>
                </a:solidFill>
                <a:latin typeface="Arial"/>
              </a:rPr>
              <a:t>Math.pow</a:t>
            </a:r>
            <a:r>
              <a:rPr lang="en-US" sz="3600" b="1" dirty="0">
                <a:solidFill>
                  <a:srgbClr val="003366"/>
                </a:solidFill>
                <a:latin typeface="Arial"/>
              </a:rPr>
              <a:t>(x, y) </a:t>
            </a:r>
            <a:r>
              <a:rPr lang="ar-SA" sz="3600" b="1" dirty="0">
                <a:solidFill>
                  <a:srgbClr val="003366"/>
                </a:solidFill>
                <a:latin typeface="Arial"/>
              </a:rPr>
              <a:t> </a:t>
            </a:r>
            <a:endParaRPr lang="en-US" sz="3600" b="1" dirty="0">
              <a:solidFill>
                <a:srgbClr val="003366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A9947C-DE16-A2B9-6203-79D3B6F84773}"/>
              </a:ext>
            </a:extLst>
          </p:cNvPr>
          <p:cNvSpPr txBox="1"/>
          <p:nvPr/>
        </p:nvSpPr>
        <p:spPr>
          <a:xfrm>
            <a:off x="2507875" y="2833460"/>
            <a:ext cx="53115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66"/>
                </a:solidFill>
                <a:latin typeface="Arial"/>
              </a:rPr>
              <a:t>x</a:t>
            </a:r>
            <a:endParaRPr lang="en-US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4DBA6C-DC41-F4A9-29F0-053E6515DDCF}"/>
              </a:ext>
            </a:extLst>
          </p:cNvPr>
          <p:cNvSpPr txBox="1"/>
          <p:nvPr/>
        </p:nvSpPr>
        <p:spPr>
          <a:xfrm>
            <a:off x="3832456" y="283345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66"/>
                </a:solidFill>
                <a:latin typeface="Arial"/>
              </a:rPr>
              <a:t>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42956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151</Words>
  <Application>Microsoft Office PowerPoint</Application>
  <PresentationFormat>On-screen Show (4:3)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Eng.Zakaria Wildali</cp:lastModifiedBy>
  <cp:revision>3</cp:revision>
  <dcterms:created xsi:type="dcterms:W3CDTF">2013-01-27T09:14:16Z</dcterms:created>
  <dcterms:modified xsi:type="dcterms:W3CDTF">2025-11-10T14:49:55Z</dcterms:modified>
  <cp:category/>
</cp:coreProperties>
</file>