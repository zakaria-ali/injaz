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282" y="2228671"/>
            <a:ext cx="8261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نستخدم حلقات التكرار لتجنب كتابة نفس الكود عدة مرات؟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9729" y="2286000"/>
            <a:ext cx="65245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تنفّذ حلقة       عددًا محددًا من المرات؟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6B559-EC16-72ED-171A-12CD88644506}"/>
              </a:ext>
            </a:extLst>
          </p:cNvPr>
          <p:cNvSpPr txBox="1"/>
          <p:nvPr/>
        </p:nvSpPr>
        <p:spPr>
          <a:xfrm>
            <a:off x="4921624" y="2285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57" y="2472183"/>
            <a:ext cx="86292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يجب أن يحتوي الشرط في حلقة       على تعبير منطقي يتحقق في كل دورة؟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DD3AF-9AAA-DB87-C28F-3440323EF1AE}"/>
              </a:ext>
            </a:extLst>
          </p:cNvPr>
          <p:cNvSpPr txBox="1"/>
          <p:nvPr/>
        </p:nvSpPr>
        <p:spPr>
          <a:xfrm>
            <a:off x="2285999" y="24847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for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53" y="2286000"/>
            <a:ext cx="89262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تتوقف حلقة            عندما يصبح الشرط فيها غير صحيح؟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9BF90-7D6C-2456-946F-B958CAC9D9C3}"/>
              </a:ext>
            </a:extLst>
          </p:cNvPr>
          <p:cNvSpPr txBox="1"/>
          <p:nvPr/>
        </p:nvSpPr>
        <p:spPr>
          <a:xfrm>
            <a:off x="4894730" y="227609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while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24" y="2335237"/>
            <a:ext cx="88739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تنفّذ حلقة              الكود داخلها مرة واحدة على الأقل قبل فحص الشرط؟</a:t>
            </a:r>
            <a:br>
              <a:rPr lang="ar-SA" sz="3600" b="1" dirty="0"/>
            </a:b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05EC0-007D-E7D9-A117-FF73103022A0}"/>
              </a:ext>
            </a:extLst>
          </p:cNvPr>
          <p:cNvSpPr txBox="1"/>
          <p:nvPr/>
        </p:nvSpPr>
        <p:spPr>
          <a:xfrm>
            <a:off x="5486400" y="231997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while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586" y="2248714"/>
            <a:ext cx="8518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استخدام المتغير داخل جسم حلقة        </a:t>
            </a:r>
            <a:r>
              <a:rPr lang="en-US" sz="3600" b="1" dirty="0"/>
              <a:t>؟</a:t>
            </a:r>
            <a:endParaRPr lang="ar-SA"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7E0C8-F284-5489-AE5B-F654E605FF95}"/>
              </a:ext>
            </a:extLst>
          </p:cNvPr>
          <p:cNvSpPr txBox="1"/>
          <p:nvPr/>
        </p:nvSpPr>
        <p:spPr>
          <a:xfrm>
            <a:off x="1371600" y="220542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for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3990" y="2286000"/>
            <a:ext cx="817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تستمر حلقة التكرار بلا نهاية إذا لم يصبح الشرط خطأ في أي وقت؟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استخدام الحلقات لطباعة الأرقام من 1 إلى 10 تلقائيًا؟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A3946-4957-7C31-565A-4C73BC9C3933}"/>
              </a:ext>
            </a:extLst>
          </p:cNvPr>
          <p:cNvSpPr txBox="1"/>
          <p:nvPr/>
        </p:nvSpPr>
        <p:spPr>
          <a:xfrm>
            <a:off x="2077571" y="2660772"/>
            <a:ext cx="8646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3600" b="1" dirty="0">
                <a:solidFill>
                  <a:srgbClr val="003366"/>
                </a:solidFill>
                <a:latin typeface="Arial"/>
              </a:rPr>
              <a:t>يمكن تحويل الكود المكتوب من        الى 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7281E-1DBE-4A54-BF97-2E010833C769}"/>
              </a:ext>
            </a:extLst>
          </p:cNvPr>
          <p:cNvSpPr txBox="1"/>
          <p:nvPr/>
        </p:nvSpPr>
        <p:spPr>
          <a:xfrm>
            <a:off x="2877670" y="266077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for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E053E-EEA0-882D-324A-0CD4E9C44DB1}"/>
              </a:ext>
            </a:extLst>
          </p:cNvPr>
          <p:cNvSpPr txBox="1"/>
          <p:nvPr/>
        </p:nvSpPr>
        <p:spPr>
          <a:xfrm>
            <a:off x="914400" y="266077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while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06BDE-A987-9630-12E4-0F8FCD9E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06299-7A67-5251-A67F-78F7776EE7C5}"/>
              </a:ext>
            </a:extLst>
          </p:cNvPr>
          <p:cNvSpPr txBox="1"/>
          <p:nvPr/>
        </p:nvSpPr>
        <p:spPr>
          <a:xfrm>
            <a:off x="1250530" y="2581835"/>
            <a:ext cx="6858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يمكن انشاء حلقه تكرار دون جزء الزيادة او النقصان؟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EAC64-45C6-603B-CA10-F1A7F2DED130}"/>
              </a:ext>
            </a:extLst>
          </p:cNvPr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9C31E-774A-240C-C1C0-E061183DAE6B}"/>
              </a:ext>
            </a:extLst>
          </p:cNvPr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  <p:extLst>
      <p:ext uri="{BB962C8B-B14F-4D97-AF65-F5344CB8AC3E}">
        <p14:creationId xmlns:p14="http://schemas.microsoft.com/office/powerpoint/2010/main" val="33429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136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زكريا ولد علي</cp:lastModifiedBy>
  <cp:revision>4</cp:revision>
  <dcterms:created xsi:type="dcterms:W3CDTF">2013-01-27T09:14:16Z</dcterms:created>
  <dcterms:modified xsi:type="dcterms:W3CDTF">2025-11-25T15:53:25Z</dcterms:modified>
  <cp:category/>
</cp:coreProperties>
</file>