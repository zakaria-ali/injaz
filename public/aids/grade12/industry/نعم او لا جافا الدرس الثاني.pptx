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8501" y="2286000"/>
            <a:ext cx="61269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تُعتبر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 </a:t>
            </a:r>
            <a:r>
              <a:rPr dirty="0" err="1"/>
              <a:t>لغة</a:t>
            </a:r>
            <a:r>
              <a:rPr dirty="0"/>
              <a:t> برمجة </a:t>
            </a:r>
            <a:r>
              <a:rPr dirty="0" err="1"/>
              <a:t>كائنية</a:t>
            </a:r>
            <a:r>
              <a:rPr dirty="0"/>
              <a:t> </a:t>
            </a:r>
            <a:r>
              <a:rPr dirty="0" err="1"/>
              <a:t>التوجه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27" y="2286000"/>
            <a:ext cx="89819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يمكن</a:t>
            </a:r>
            <a:r>
              <a:rPr dirty="0"/>
              <a:t> </a:t>
            </a:r>
            <a:r>
              <a:rPr dirty="0" err="1"/>
              <a:t>لجافا</a:t>
            </a:r>
            <a:r>
              <a:rPr dirty="0"/>
              <a:t> </a:t>
            </a:r>
            <a:r>
              <a:rPr dirty="0" err="1"/>
              <a:t>العمل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أي</a:t>
            </a:r>
            <a:r>
              <a:rPr dirty="0"/>
              <a:t> </a:t>
            </a:r>
            <a:r>
              <a:rPr dirty="0" err="1"/>
              <a:t>نظام</a:t>
            </a:r>
            <a:r>
              <a:rPr dirty="0"/>
              <a:t> </a:t>
            </a:r>
            <a:r>
              <a:rPr dirty="0" err="1"/>
              <a:t>تشغيل</a:t>
            </a:r>
            <a:r>
              <a:rPr dirty="0"/>
              <a:t> </a:t>
            </a:r>
            <a:r>
              <a:rPr dirty="0" err="1"/>
              <a:t>دون</a:t>
            </a:r>
            <a:r>
              <a:rPr dirty="0"/>
              <a:t> </a:t>
            </a:r>
            <a:r>
              <a:rPr dirty="0" err="1"/>
              <a:t>تعديل</a:t>
            </a:r>
            <a:r>
              <a:rPr dirty="0"/>
              <a:t> </a:t>
            </a:r>
            <a:r>
              <a:rPr dirty="0" err="1"/>
              <a:t>الكود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4926" y="2286000"/>
            <a:ext cx="69541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يتم</a:t>
            </a:r>
            <a:r>
              <a:rPr dirty="0"/>
              <a:t> </a:t>
            </a:r>
            <a:r>
              <a:rPr dirty="0" err="1"/>
              <a:t>ترجمة</a:t>
            </a:r>
            <a:r>
              <a:rPr dirty="0"/>
              <a:t> </a:t>
            </a:r>
            <a:r>
              <a:rPr dirty="0" err="1"/>
              <a:t>كود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 </a:t>
            </a:r>
            <a:r>
              <a:rPr dirty="0" err="1"/>
              <a:t>مباشرة</a:t>
            </a:r>
            <a:r>
              <a:rPr dirty="0"/>
              <a:t> </a:t>
            </a:r>
            <a:r>
              <a:rPr dirty="0" err="1"/>
              <a:t>إلى</a:t>
            </a:r>
            <a:r>
              <a:rPr dirty="0"/>
              <a:t> </a:t>
            </a:r>
            <a:r>
              <a:rPr dirty="0" err="1"/>
              <a:t>لغة</a:t>
            </a:r>
            <a:r>
              <a:rPr dirty="0"/>
              <a:t> </a:t>
            </a:r>
            <a:r>
              <a:rPr dirty="0" err="1"/>
              <a:t>الآلة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9939" y="2286000"/>
            <a:ext cx="75841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برنامج</a:t>
            </a:r>
            <a:r>
              <a:rPr lang="ar-SA" dirty="0"/>
              <a:t>            </a:t>
            </a:r>
            <a:r>
              <a:rPr dirty="0"/>
              <a:t> </a:t>
            </a:r>
            <a:r>
              <a:rPr dirty="0" err="1"/>
              <a:t>يُستخدم</a:t>
            </a:r>
            <a:r>
              <a:rPr dirty="0"/>
              <a:t> </a:t>
            </a:r>
            <a:r>
              <a:rPr dirty="0" err="1"/>
              <a:t>لترجمة</a:t>
            </a:r>
            <a:r>
              <a:rPr dirty="0"/>
              <a:t> </a:t>
            </a:r>
            <a:r>
              <a:rPr dirty="0" err="1"/>
              <a:t>ملفات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0A66E-78EB-63F4-DF46-0EE11775680B}"/>
              </a:ext>
            </a:extLst>
          </p:cNvPr>
          <p:cNvSpPr txBox="1"/>
          <p:nvPr/>
        </p:nvSpPr>
        <p:spPr>
          <a:xfrm>
            <a:off x="5244353" y="22859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3366"/>
                </a:solidFill>
                <a:latin typeface="Arial"/>
              </a:rPr>
              <a:t>javac</a:t>
            </a:r>
            <a:endParaRPr lang="en-US" sz="3600" b="1" dirty="0">
              <a:solidFill>
                <a:srgbClr val="003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263" y="2286000"/>
            <a:ext cx="78774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يمكن</a:t>
            </a:r>
            <a:r>
              <a:rPr dirty="0"/>
              <a:t> </a:t>
            </a:r>
            <a:r>
              <a:rPr dirty="0" err="1"/>
              <a:t>تنفيذ</a:t>
            </a:r>
            <a:r>
              <a:rPr dirty="0"/>
              <a:t> </a:t>
            </a:r>
            <a:r>
              <a:rPr dirty="0" err="1"/>
              <a:t>برنامج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 </a:t>
            </a:r>
            <a:r>
              <a:rPr dirty="0" err="1"/>
              <a:t>باستخدام</a:t>
            </a:r>
            <a:r>
              <a:rPr dirty="0"/>
              <a:t> </a:t>
            </a:r>
            <a:r>
              <a:rPr dirty="0" err="1"/>
              <a:t>الأمر</a:t>
            </a:r>
            <a:r>
              <a:rPr lang="ar-SA" dirty="0"/>
              <a:t>          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D5184-BB11-7A01-FF22-31DA30505AA2}"/>
              </a:ext>
            </a:extLst>
          </p:cNvPr>
          <p:cNvSpPr txBox="1"/>
          <p:nvPr/>
        </p:nvSpPr>
        <p:spPr>
          <a:xfrm>
            <a:off x="1102658" y="22859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391" y="2286000"/>
            <a:ext cx="85972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أداة</a:t>
            </a:r>
            <a:r>
              <a:rPr dirty="0"/>
              <a:t> </a:t>
            </a:r>
            <a:r>
              <a:rPr lang="ar-SA" dirty="0"/>
              <a:t>              </a:t>
            </a:r>
            <a:r>
              <a:rPr dirty="0" err="1"/>
              <a:t>تُستخدم</a:t>
            </a:r>
            <a:r>
              <a:rPr dirty="0"/>
              <a:t> </a:t>
            </a:r>
            <a:r>
              <a:rPr dirty="0" err="1"/>
              <a:t>لتوليد</a:t>
            </a:r>
            <a:r>
              <a:rPr dirty="0"/>
              <a:t> </a:t>
            </a:r>
            <a:r>
              <a:rPr dirty="0" err="1"/>
              <a:t>التوثيق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التعليقات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73127-4E45-4E13-6619-D1CEC5DB2737}"/>
              </a:ext>
            </a:extLst>
          </p:cNvPr>
          <p:cNvSpPr txBox="1"/>
          <p:nvPr/>
        </p:nvSpPr>
        <p:spPr>
          <a:xfrm>
            <a:off x="5809129" y="22859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3366"/>
                </a:solidFill>
                <a:latin typeface="Arial"/>
              </a:rPr>
              <a:t>javadoc</a:t>
            </a:r>
            <a:endParaRPr lang="en-US" sz="3600" b="1" dirty="0">
              <a:solidFill>
                <a:srgbClr val="003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3976" y="2286000"/>
            <a:ext cx="71160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lang="ar-SA" dirty="0"/>
              <a:t>         </a:t>
            </a:r>
            <a:r>
              <a:rPr dirty="0" err="1"/>
              <a:t>هو</a:t>
            </a:r>
            <a:r>
              <a:rPr dirty="0"/>
              <a:t> </a:t>
            </a:r>
            <a:r>
              <a:rPr dirty="0" err="1"/>
              <a:t>مصحح</a:t>
            </a:r>
            <a:r>
              <a:rPr dirty="0"/>
              <a:t> </a:t>
            </a:r>
            <a:r>
              <a:rPr dirty="0" err="1"/>
              <a:t>أخطاء</a:t>
            </a:r>
            <a:r>
              <a:rPr dirty="0"/>
              <a:t> </a:t>
            </a:r>
            <a:r>
              <a:rPr dirty="0" err="1"/>
              <a:t>خاص</a:t>
            </a:r>
            <a:r>
              <a:rPr dirty="0"/>
              <a:t> </a:t>
            </a:r>
            <a:r>
              <a:rPr dirty="0" err="1"/>
              <a:t>بلغة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B062C-B3DA-E920-EB2A-FDC55587B0B4}"/>
              </a:ext>
            </a:extLst>
          </p:cNvPr>
          <p:cNvSpPr txBox="1"/>
          <p:nvPr/>
        </p:nvSpPr>
        <p:spPr>
          <a:xfrm>
            <a:off x="6508376" y="2286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3366"/>
                </a:solidFill>
                <a:latin typeface="Arial"/>
              </a:rPr>
              <a:t>jdb</a:t>
            </a:r>
            <a:endParaRPr lang="en-US" sz="3600" b="1" dirty="0">
              <a:solidFill>
                <a:srgbClr val="00336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86000"/>
            <a:ext cx="8229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يمكن</a:t>
            </a:r>
            <a:r>
              <a:rPr dirty="0"/>
              <a:t> </a:t>
            </a:r>
            <a:r>
              <a:rPr dirty="0" err="1"/>
              <a:t>كتابة</a:t>
            </a:r>
            <a:r>
              <a:rPr dirty="0"/>
              <a:t> </a:t>
            </a:r>
            <a:r>
              <a:rPr dirty="0" err="1"/>
              <a:t>برنامج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 </a:t>
            </a:r>
            <a:r>
              <a:rPr dirty="0" err="1"/>
              <a:t>باستخدام</a:t>
            </a:r>
            <a:r>
              <a:rPr dirty="0"/>
              <a:t> </a:t>
            </a:r>
            <a:r>
              <a:rPr dirty="0" err="1"/>
              <a:t>أي</a:t>
            </a:r>
            <a:r>
              <a:rPr dirty="0"/>
              <a:t> </a:t>
            </a:r>
            <a:r>
              <a:rPr dirty="0" err="1"/>
              <a:t>محرر</a:t>
            </a:r>
            <a:r>
              <a:rPr dirty="0"/>
              <a:t> </a:t>
            </a:r>
            <a:r>
              <a:rPr dirty="0" err="1"/>
              <a:t>نصوص</a:t>
            </a:r>
            <a:r>
              <a:rPr dirty="0"/>
              <a:t> </a:t>
            </a:r>
            <a:r>
              <a:rPr dirty="0" err="1"/>
              <a:t>بسيط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0492" y="2286000"/>
            <a:ext cx="65630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dirty="0" err="1"/>
              <a:t>هل</a:t>
            </a:r>
            <a:r>
              <a:rPr dirty="0"/>
              <a:t> </a:t>
            </a:r>
            <a:r>
              <a:rPr dirty="0" err="1"/>
              <a:t>تتطلب</a:t>
            </a:r>
            <a:r>
              <a:rPr dirty="0"/>
              <a:t> </a:t>
            </a:r>
            <a:r>
              <a:rPr dirty="0" err="1"/>
              <a:t>كتابة</a:t>
            </a:r>
            <a:r>
              <a:rPr dirty="0"/>
              <a:t> </a:t>
            </a:r>
            <a:r>
              <a:rPr dirty="0" err="1"/>
              <a:t>كود</a:t>
            </a:r>
            <a:r>
              <a:rPr dirty="0"/>
              <a:t> </a:t>
            </a:r>
            <a:r>
              <a:rPr dirty="0" err="1"/>
              <a:t>جافا</a:t>
            </a:r>
            <a:r>
              <a:rPr dirty="0"/>
              <a:t> </a:t>
            </a:r>
            <a:r>
              <a:rPr dirty="0" err="1"/>
              <a:t>معرفة</a:t>
            </a:r>
            <a:r>
              <a:rPr dirty="0"/>
              <a:t> </a:t>
            </a:r>
            <a:r>
              <a:rPr dirty="0" err="1"/>
              <a:t>بلغة</a:t>
            </a:r>
            <a:r>
              <a:rPr dirty="0"/>
              <a:t> </a:t>
            </a:r>
            <a:r>
              <a:rPr dirty="0" err="1"/>
              <a:t>الآلة</a:t>
            </a:r>
            <a:r>
              <a:rPr dirty="0"/>
              <a:t>؟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103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Eng.Zakaria Wildali</cp:lastModifiedBy>
  <cp:revision>2</cp:revision>
  <dcterms:created xsi:type="dcterms:W3CDTF">2013-01-27T09:14:16Z</dcterms:created>
  <dcterms:modified xsi:type="dcterms:W3CDTF">2025-10-28T15:19:01Z</dcterms:modified>
  <cp:category/>
</cp:coreProperties>
</file>